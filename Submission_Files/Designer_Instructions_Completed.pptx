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15119350" cy="48960088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50" autoAdjust="0"/>
    <p:restoredTop sz="94660"/>
  </p:normalViewPr>
  <p:slideViewPr>
    <p:cSldViewPr snapToGrid="0">
      <p:cViewPr>
        <p:scale>
          <a:sx n="50" d="100"/>
          <a:sy n="50" d="100"/>
        </p:scale>
        <p:origin x="144" y="-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8012685"/>
            <a:ext cx="12851448" cy="17045364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25715383"/>
            <a:ext cx="11339513" cy="11820684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168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0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12206036"/>
            <a:ext cx="13040439" cy="20366033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32764740"/>
            <a:ext cx="13040439" cy="1071001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31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13033357"/>
            <a:ext cx="6425724" cy="310647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13033357"/>
            <a:ext cx="6425724" cy="310647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87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2606682"/>
            <a:ext cx="13040439" cy="94633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12002025"/>
            <a:ext cx="6396193" cy="5882007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17884032"/>
            <a:ext cx="6396193" cy="263047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12002025"/>
            <a:ext cx="6427693" cy="5882007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17884032"/>
            <a:ext cx="6427693" cy="263047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202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83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20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264006"/>
            <a:ext cx="4876384" cy="11424021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7049357"/>
            <a:ext cx="7654171" cy="34793396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14688026"/>
            <a:ext cx="4876384" cy="27211386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39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264006"/>
            <a:ext cx="4876384" cy="11424021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7049357"/>
            <a:ext cx="7654171" cy="34793396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14688026"/>
            <a:ext cx="4876384" cy="27211386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16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65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2606672"/>
            <a:ext cx="3260110" cy="414914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2606672"/>
            <a:ext cx="9591338" cy="414914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177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2606682"/>
            <a:ext cx="13040439" cy="9463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13033357"/>
            <a:ext cx="13040439" cy="31064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45378759"/>
            <a:ext cx="3401854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2A4F0-C350-4A34-890A-482266D8039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45378759"/>
            <a:ext cx="5102781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45378759"/>
            <a:ext cx="3401854" cy="2606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CCE65-3D72-4EBD-8812-BD45704F8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51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?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4285BE6-48F2-4AA7-8F65-0AFD9EE9369E}"/>
              </a:ext>
            </a:extLst>
          </p:cNvPr>
          <p:cNvSpPr/>
          <p:nvPr/>
        </p:nvSpPr>
        <p:spPr>
          <a:xfrm>
            <a:off x="133007" y="17516875"/>
            <a:ext cx="475162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7200" dirty="0">
                <a:solidFill>
                  <a:srgbClr val="445C91"/>
                </a:solidFill>
                <a:latin typeface="Nunito Sans" panose="00000500000000000000" pitchFamily="2" charset="0"/>
              </a:rPr>
              <a:t>Headline</a:t>
            </a:r>
            <a:r>
              <a:rPr lang="de-DE" sz="5077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923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923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923" dirty="0">
                <a:solidFill>
                  <a:srgbClr val="445C91"/>
                </a:solidFill>
                <a:latin typeface="Nunito Sans" panose="00000500000000000000" pitchFamily="2" charset="0"/>
              </a:rPr>
              <a:t>: 72</a:t>
            </a:r>
            <a:endParaRPr lang="de-DE" sz="923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05DCFC4-D588-4A16-83AB-E606A9EF922C}"/>
              </a:ext>
            </a:extLst>
          </p:cNvPr>
          <p:cNvSpPr/>
          <p:nvPr/>
        </p:nvSpPr>
        <p:spPr>
          <a:xfrm>
            <a:off x="176785" y="19499975"/>
            <a:ext cx="147602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Introduction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Suspendisse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lorem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ornare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non,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vestibulum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ut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tempor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porttitor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, est.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Quisque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convallis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aliquet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eros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Nunc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nec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nulla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eget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urna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convallis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eleifend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Nulla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feugiat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eros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at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augue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. Integer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feugiat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nisi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vitae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2400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velit</a:t>
            </a:r>
            <a:r>
              <a:rPr lang="de-DE" sz="2400" b="1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95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: 24 </a:t>
            </a:r>
            <a:endParaRPr lang="de-DE" sz="795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6FDE636-A6AC-4556-93FE-DDDFEDFACD09}"/>
              </a:ext>
            </a:extLst>
          </p:cNvPr>
          <p:cNvSpPr/>
          <p:nvPr/>
        </p:nvSpPr>
        <p:spPr>
          <a:xfrm>
            <a:off x="133007" y="18704088"/>
            <a:ext cx="54152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40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Secondary</a:t>
            </a:r>
            <a:r>
              <a:rPr lang="de-DE" sz="40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4000" dirty="0" err="1">
                <a:solidFill>
                  <a:srgbClr val="445C91"/>
                </a:solidFill>
                <a:latin typeface="Nunito Sans" panose="00000500000000000000" pitchFamily="2" charset="0"/>
              </a:rPr>
              <a:t>headline</a:t>
            </a:r>
            <a:r>
              <a:rPr lang="de-DE" sz="40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95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: 40 </a:t>
            </a:r>
            <a:endParaRPr lang="de-DE" sz="795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D2C3BEE-380D-401C-8CFF-BB0D7C780046}"/>
              </a:ext>
            </a:extLst>
          </p:cNvPr>
          <p:cNvSpPr/>
          <p:nvPr/>
        </p:nvSpPr>
        <p:spPr>
          <a:xfrm>
            <a:off x="176785" y="21037778"/>
            <a:ext cx="14760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Running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text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Suspendisse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lorem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ornare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non,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vestibulum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ut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tempor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porttitor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est.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Quisque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convallis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aliquet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eros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Nunc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nec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nulla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eget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urna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convallis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eleifend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Nulla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feugiat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eros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at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augue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. Integer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feugiat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nisi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vitae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velit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95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: 18</a:t>
            </a:r>
            <a:endParaRPr lang="de-DE" sz="795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9D11CED-B457-4A4D-8770-042E2F65EE0D}"/>
              </a:ext>
            </a:extLst>
          </p:cNvPr>
          <p:cNvSpPr/>
          <p:nvPr/>
        </p:nvSpPr>
        <p:spPr>
          <a:xfrm>
            <a:off x="150000" y="21873104"/>
            <a:ext cx="1494320" cy="3763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846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Subheading</a:t>
            </a:r>
            <a:endParaRPr lang="de-DE" sz="1846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C44135E-89F9-4FC9-944B-C0DAE4338911}"/>
              </a:ext>
            </a:extLst>
          </p:cNvPr>
          <p:cNvSpPr/>
          <p:nvPr/>
        </p:nvSpPr>
        <p:spPr>
          <a:xfrm>
            <a:off x="176786" y="22226815"/>
            <a:ext cx="71287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Running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text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Suspendisse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lorem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ornare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non,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vestibulum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ut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tempor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porttitor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est.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Quisque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imperdiet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quam a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gravida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pulvinar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est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faucibus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felis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sit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amet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consequat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pede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turpis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id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ante. In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facilisis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sodales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arcu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. Mauris </a:t>
            </a:r>
            <a:r>
              <a:rPr lang="de-DE" dirty="0" err="1">
                <a:solidFill>
                  <a:srgbClr val="445C91"/>
                </a:solidFill>
                <a:latin typeface="Nunito Sans" panose="00000500000000000000" pitchFamily="2" charset="0"/>
              </a:rPr>
              <a:t>tincidunt</a:t>
            </a:r>
            <a:r>
              <a:rPr lang="de-DE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95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: 18</a:t>
            </a:r>
            <a:endParaRPr lang="de-DE" sz="795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A185EC5-3197-4BE8-A64D-C0E3674DF0FE}"/>
              </a:ext>
            </a:extLst>
          </p:cNvPr>
          <p:cNvSpPr/>
          <p:nvPr/>
        </p:nvSpPr>
        <p:spPr>
          <a:xfrm>
            <a:off x="7808262" y="22226815"/>
            <a:ext cx="71287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Running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text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Suspendisse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lorem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ornare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non,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vestibulum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ut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tempor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porttitor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est.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Quisque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imperdiet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quam a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gravida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pulvinar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est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faucibus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felis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amet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consequat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pede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turpis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id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ante. In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facilisis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sodales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arcu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Mauris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tincidunt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700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00" dirty="0">
                <a:solidFill>
                  <a:srgbClr val="445C91"/>
                </a:solidFill>
                <a:latin typeface="Nunito Sans" panose="00000500000000000000" pitchFamily="2" charset="0"/>
              </a:rPr>
              <a:t>: 18</a:t>
            </a:r>
            <a:endParaRPr lang="de-DE" sz="700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AAA1E4B-A1D0-4F12-9FA7-BDE367777FEC}"/>
              </a:ext>
            </a:extLst>
          </p:cNvPr>
          <p:cNvSpPr/>
          <p:nvPr/>
        </p:nvSpPr>
        <p:spPr>
          <a:xfrm>
            <a:off x="5412368" y="23489166"/>
            <a:ext cx="95246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Running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text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Suspendisse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lorem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ornare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non,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vestibulum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ut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tempor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porttitor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est.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Quisque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imperdiet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gravida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pulvinar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est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faucibus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felis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amet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consequat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pede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turpis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id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ante. In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facilisis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sodales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arcu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quam a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gravida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pulvinar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est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gravida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pulvinar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est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faucibus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felis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amet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consequat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pede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turpis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id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ante. In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facilisis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sodales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arcu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faucibus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felis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amet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consequat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pede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turpis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id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ante. In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facilisis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sodales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arcu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Mauris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tincidunt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700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00" dirty="0">
                <a:solidFill>
                  <a:srgbClr val="445C91"/>
                </a:solidFill>
                <a:latin typeface="Nunito Sans" panose="00000500000000000000" pitchFamily="2" charset="0"/>
              </a:rPr>
              <a:t>: 18</a:t>
            </a:r>
            <a:endParaRPr lang="de-DE" sz="700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2056CFE-6745-4E06-880D-C1965A6B4FD8}"/>
              </a:ext>
            </a:extLst>
          </p:cNvPr>
          <p:cNvSpPr/>
          <p:nvPr/>
        </p:nvSpPr>
        <p:spPr>
          <a:xfrm>
            <a:off x="185578" y="23489165"/>
            <a:ext cx="49388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Running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text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Suspendisse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lorem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ornare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non,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vestibulum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ut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tempor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porttitor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est.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Quisque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imperdiet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quam a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gravida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pulvinar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est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faucibus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felis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,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amet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consequat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pede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turpis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id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ante. In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facilisis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sodales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arcu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Mauris </a:t>
            </a:r>
            <a:r>
              <a:rPr lang="de-DE" sz="1600" dirty="0" err="1">
                <a:solidFill>
                  <a:srgbClr val="445C91"/>
                </a:solidFill>
                <a:latin typeface="Nunito Sans" panose="00000500000000000000" pitchFamily="2" charset="0"/>
              </a:rPr>
              <a:t>tincidunt</a:t>
            </a:r>
            <a:r>
              <a:rPr lang="de-DE" sz="1600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700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00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00" dirty="0">
                <a:solidFill>
                  <a:srgbClr val="445C91"/>
                </a:solidFill>
                <a:latin typeface="Nunito Sans" panose="00000500000000000000" pitchFamily="2" charset="0"/>
              </a:rPr>
              <a:t>: 18</a:t>
            </a:r>
            <a:endParaRPr lang="de-DE" sz="70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710E41C-1800-487A-82C0-73A7A1D98678}"/>
              </a:ext>
            </a:extLst>
          </p:cNvPr>
          <p:cNvSpPr/>
          <p:nvPr/>
        </p:nvSpPr>
        <p:spPr>
          <a:xfrm>
            <a:off x="133007" y="10356738"/>
            <a:ext cx="12882053" cy="660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QR-Code on Poster (if needed for Literature)</a:t>
            </a:r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: </a:t>
            </a:r>
            <a:b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</a:br>
            <a:r>
              <a:rPr lang="en-US" sz="1846" dirty="0">
                <a:solidFill>
                  <a:srgbClr val="445C91"/>
                </a:solidFill>
                <a:latin typeface="Nunito Sans" panose="00000500000000000000" pitchFamily="2" charset="0"/>
              </a:rPr>
              <a:t>They can be generated free of charge at https://www.qrcode-monkey.com/. We recommend a minimum size of 2 x 2 cm.</a:t>
            </a:r>
            <a:endParaRPr lang="de-DE" sz="1846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404B545-67E4-4A5D-9F8E-B12B6842BEF7}"/>
              </a:ext>
            </a:extLst>
          </p:cNvPr>
          <p:cNvSpPr/>
          <p:nvPr/>
        </p:nvSpPr>
        <p:spPr>
          <a:xfrm>
            <a:off x="133007" y="5204483"/>
            <a:ext cx="14787057" cy="944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Design/Layout: </a:t>
            </a:r>
            <a:b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</a:br>
            <a:r>
              <a:rPr lang="en-US" sz="1846" dirty="0">
                <a:solidFill>
                  <a:srgbClr val="445C91"/>
                </a:solidFill>
                <a:latin typeface="Nunito Sans" panose="00000500000000000000" pitchFamily="2" charset="0"/>
              </a:rPr>
              <a:t>In general, the poster design is up to you—the specified font sizes are recommendations. However, please ensure that the font sizes are not significantly smaller.</a:t>
            </a:r>
            <a:endParaRPr lang="de-DE" sz="1846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1610050-1FC2-4039-B294-732FA9ACCB1F}"/>
              </a:ext>
            </a:extLst>
          </p:cNvPr>
          <p:cNvSpPr/>
          <p:nvPr/>
        </p:nvSpPr>
        <p:spPr>
          <a:xfrm>
            <a:off x="133007" y="3642867"/>
            <a:ext cx="14787057" cy="122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1846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specifications</a:t>
            </a:r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 : </a:t>
            </a:r>
            <a:b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</a:br>
            <a:r>
              <a:rPr lang="en-US" sz="1846" dirty="0">
                <a:solidFill>
                  <a:srgbClr val="445C91"/>
                </a:solidFill>
                <a:latin typeface="Nunito Sans" panose="00000500000000000000" pitchFamily="2" charset="0"/>
              </a:rPr>
              <a:t>Please use the "</a:t>
            </a:r>
            <a:r>
              <a:rPr lang="en-US" sz="1846" dirty="0" err="1">
                <a:solidFill>
                  <a:srgbClr val="445C91"/>
                </a:solidFill>
                <a:latin typeface="Nunito Sans" panose="00000500000000000000" pitchFamily="2" charset="0"/>
              </a:rPr>
              <a:t>Nunito</a:t>
            </a:r>
            <a:r>
              <a:rPr lang="en-US" sz="1846" dirty="0">
                <a:solidFill>
                  <a:srgbClr val="445C91"/>
                </a:solidFill>
                <a:latin typeface="Nunito Sans" panose="00000500000000000000" pitchFamily="2" charset="0"/>
              </a:rPr>
              <a:t> Sans" font for the text! Free download at: </a:t>
            </a:r>
            <a:r>
              <a:rPr lang="de-DE" sz="1846" dirty="0">
                <a:solidFill>
                  <a:srgbClr val="445C91"/>
                </a:solidFill>
                <a:latin typeface="Nunito Sans" panose="00000500000000000000" pitchFamily="2" charset="0"/>
              </a:rPr>
              <a:t>https://fonts.google.com/specimen/Nunito+Sans?query=Nunito+Sans</a:t>
            </a:r>
            <a:endParaRPr lang="de-DE" sz="1846" dirty="0">
              <a:solidFill>
                <a:srgbClr val="445C91"/>
              </a:solidFill>
              <a:latin typeface="Nunito Sans" panose="00000500000000000000" pitchFamily="2" charset="0"/>
            </a:endParaRPr>
          </a:p>
          <a:p>
            <a:endParaRPr lang="de-DE" sz="1846" dirty="0">
              <a:solidFill>
                <a:srgbClr val="445C91"/>
              </a:solidFill>
              <a:latin typeface="Nunito Sans" panose="00000500000000000000" pitchFamily="2" charset="0"/>
            </a:endParaRPr>
          </a:p>
          <a:p>
            <a:r>
              <a:rPr lang="en-US" sz="1846" dirty="0">
                <a:solidFill>
                  <a:srgbClr val="445C91"/>
                </a:solidFill>
                <a:latin typeface="Nunito Sans" panose="00000500000000000000" pitchFamily="2" charset="0"/>
              </a:rPr>
              <a:t>Please submit all other fonts by name or, preferably, as font files (to ensure correct rendering in print).</a:t>
            </a:r>
            <a:endParaRPr lang="de-DE" sz="1846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F599DAF-20C8-4949-8BA9-2F4E9C793836}"/>
              </a:ext>
            </a:extLst>
          </p:cNvPr>
          <p:cNvSpPr/>
          <p:nvPr/>
        </p:nvSpPr>
        <p:spPr>
          <a:xfrm>
            <a:off x="133007" y="11350250"/>
            <a:ext cx="9389109" cy="660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Images/Graphics/Elements:</a:t>
            </a:r>
            <a:b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</a:br>
            <a:r>
              <a:rPr lang="en-US" sz="1846" dirty="0">
                <a:solidFill>
                  <a:srgbClr val="445C91"/>
                </a:solidFill>
                <a:latin typeface="Nunito Sans" panose="00000500000000000000" pitchFamily="2" charset="0"/>
              </a:rPr>
              <a:t>Please also submit the raw data (e.g., Excel files for your graphs). Thank you very much.</a:t>
            </a:r>
            <a:endParaRPr lang="de-DE" sz="1846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341D2D2-9D2F-4358-9916-FFE29C7B6EAD}"/>
              </a:ext>
            </a:extLst>
          </p:cNvPr>
          <p:cNvSpPr/>
          <p:nvPr/>
        </p:nvSpPr>
        <p:spPr>
          <a:xfrm>
            <a:off x="133007" y="12343761"/>
            <a:ext cx="11134779" cy="660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Submission </a:t>
            </a:r>
            <a:r>
              <a:rPr lang="de-DE" sz="1846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of</a:t>
            </a:r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846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data</a:t>
            </a:r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: </a:t>
            </a:r>
            <a:br>
              <a:rPr lang="de-DE" sz="1846" dirty="0">
                <a:solidFill>
                  <a:srgbClr val="445C91"/>
                </a:solidFill>
                <a:latin typeface="Nunito Sans" panose="00000500000000000000" pitchFamily="2" charset="0"/>
              </a:rPr>
            </a:br>
            <a:r>
              <a:rPr lang="en-US" sz="1846" dirty="0">
                <a:solidFill>
                  <a:srgbClr val="445C91"/>
                </a:solidFill>
                <a:latin typeface="Nunito Sans" panose="00000500000000000000" pitchFamily="2" charset="0"/>
              </a:rPr>
              <a:t>Please be sure to submit both the PPT and a print-ready PDF, along with the elements described above.</a:t>
            </a:r>
            <a:endParaRPr lang="de-DE" sz="1846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189D0AA-75E5-4730-8A0C-F63295A15234}"/>
              </a:ext>
            </a:extLst>
          </p:cNvPr>
          <p:cNvSpPr/>
          <p:nvPr/>
        </p:nvSpPr>
        <p:spPr>
          <a:xfrm>
            <a:off x="185578" y="25122710"/>
            <a:ext cx="46846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00" dirty="0" err="1">
                <a:solidFill>
                  <a:srgbClr val="445C91"/>
                </a:solidFill>
                <a:latin typeface="Nunito Sans" panose="00000500000000000000" pitchFamily="2" charset="0"/>
              </a:rPr>
              <a:t>Captions</a:t>
            </a:r>
            <a:r>
              <a:rPr lang="de-DE" sz="10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000" dirty="0" err="1">
                <a:solidFill>
                  <a:srgbClr val="445C91"/>
                </a:solidFill>
                <a:latin typeface="Nunito Sans" panose="00000500000000000000" pitchFamily="2" charset="0"/>
              </a:rPr>
              <a:t>Suspendisse</a:t>
            </a:r>
            <a:r>
              <a:rPr lang="de-DE" sz="10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000" dirty="0" err="1">
                <a:solidFill>
                  <a:srgbClr val="445C91"/>
                </a:solidFill>
                <a:latin typeface="Nunito Sans" panose="00000500000000000000" pitchFamily="2" charset="0"/>
              </a:rPr>
              <a:t>sem</a:t>
            </a:r>
            <a:r>
              <a:rPr lang="de-DE" sz="1000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000" dirty="0" err="1">
                <a:solidFill>
                  <a:srgbClr val="445C91"/>
                </a:solidFill>
                <a:latin typeface="Nunito Sans" panose="00000500000000000000" pitchFamily="2" charset="0"/>
              </a:rPr>
              <a:t>lorem</a:t>
            </a:r>
            <a:r>
              <a:rPr lang="de-DE" sz="1000" dirty="0">
                <a:solidFill>
                  <a:srgbClr val="445C91"/>
                </a:solidFill>
                <a:latin typeface="Nunito Sans" panose="00000500000000000000" pitchFamily="2" charset="0"/>
              </a:rPr>
              <a:t>. 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95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: 10</a:t>
            </a:r>
            <a:endParaRPr lang="de-DE" sz="795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A994566-37DE-4F9A-9750-C387BFC64BBA}"/>
              </a:ext>
            </a:extLst>
          </p:cNvPr>
          <p:cNvSpPr/>
          <p:nvPr/>
        </p:nvSpPr>
        <p:spPr>
          <a:xfrm>
            <a:off x="176786" y="25406815"/>
            <a:ext cx="731694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rgbClr val="445C91"/>
                </a:solidFill>
                <a:latin typeface="Nunito Sans" panose="00000500000000000000" pitchFamily="2" charset="0"/>
              </a:rPr>
              <a:t>Literature</a:t>
            </a:r>
            <a:r>
              <a:rPr lang="de-DE" sz="900" dirty="0">
                <a:solidFill>
                  <a:srgbClr val="445C91"/>
                </a:solidFill>
                <a:latin typeface="Nunito Sans" panose="00000500000000000000" pitchFamily="2" charset="0"/>
              </a:rPr>
              <a:t> : Müller, M./Schulze, M. (2020): Literaturangaben richtig machen. In: Meyers großes Werk 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Font </a:t>
            </a:r>
            <a:r>
              <a:rPr lang="de-DE" sz="795" dirty="0" err="1">
                <a:solidFill>
                  <a:srgbClr val="445C91"/>
                </a:solidFill>
                <a:latin typeface="Nunito Sans" panose="00000500000000000000" pitchFamily="2" charset="0"/>
              </a:rPr>
              <a:t>size</a:t>
            </a:r>
            <a:r>
              <a:rPr lang="de-DE" sz="795" dirty="0">
                <a:solidFill>
                  <a:srgbClr val="445C91"/>
                </a:solidFill>
                <a:latin typeface="Nunito Sans" panose="00000500000000000000" pitchFamily="2" charset="0"/>
              </a:rPr>
              <a:t>: 9</a:t>
            </a:r>
            <a:endParaRPr lang="de-DE" sz="795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993ED4F-4731-49B7-9A30-0A00E0A19F26}"/>
              </a:ext>
            </a:extLst>
          </p:cNvPr>
          <p:cNvSpPr/>
          <p:nvPr/>
        </p:nvSpPr>
        <p:spPr>
          <a:xfrm>
            <a:off x="133007" y="17032285"/>
            <a:ext cx="2714205" cy="3763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846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Typographic</a:t>
            </a:r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 </a:t>
            </a:r>
            <a:r>
              <a:rPr lang="de-DE" sz="1846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proposal</a:t>
            </a:r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 :</a:t>
            </a:r>
            <a:endParaRPr lang="de-DE" sz="1846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5E557FD-0F1B-4031-963D-1DD58D7F05B6}"/>
              </a:ext>
            </a:extLst>
          </p:cNvPr>
          <p:cNvSpPr/>
          <p:nvPr/>
        </p:nvSpPr>
        <p:spPr>
          <a:xfrm>
            <a:off x="133007" y="944583"/>
            <a:ext cx="14787057" cy="376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Please be sure to fill this out:</a:t>
            </a:r>
            <a:endParaRPr lang="de-DE" sz="1846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696BED79-FE55-4323-8DED-B8BD3B5D2A13}"/>
              </a:ext>
            </a:extLst>
          </p:cNvPr>
          <p:cNvSpPr/>
          <p:nvPr/>
        </p:nvSpPr>
        <p:spPr>
          <a:xfrm>
            <a:off x="133007" y="1654043"/>
            <a:ext cx="14787057" cy="376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400">
                <a:latin typeface="Nunito Sans"/>
              </a:defRPr>
            </a:pPr>
            <a:r>
              <a:t>Authors + QR-Link: Chaymae Elkasri | References: https://docs.google.com/document/d/1LrENoEXVlNTbItlunBo2xR9weEgIFos6/edit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6F7AFEF-8FCE-4F1C-9DDA-59BDD72CBFE9}"/>
              </a:ext>
            </a:extLst>
          </p:cNvPr>
          <p:cNvSpPr/>
          <p:nvPr/>
        </p:nvSpPr>
        <p:spPr>
          <a:xfrm>
            <a:off x="133007" y="2257017"/>
            <a:ext cx="14787057" cy="376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00">
                <a:latin typeface="Nunito Sans"/>
              </a:defRPr>
            </a:pPr>
            <a:r>
              <a:t>Name / email address for design or technical queries: Chaymae Elkasri / Celkasr22@lcc.lt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7242ADE-624D-40B0-9E53-500DD88AC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577" y="7369961"/>
            <a:ext cx="13150472" cy="2653702"/>
          </a:xfrm>
          <a:prstGeom prst="rect">
            <a:avLst/>
          </a:prstGeom>
        </p:spPr>
      </p:pic>
      <p:sp>
        <p:nvSpPr>
          <p:cNvPr id="32" name="Rechteck 31">
            <a:extLst>
              <a:ext uri="{FF2B5EF4-FFF2-40B4-BE49-F238E27FC236}">
                <a16:creationId xmlns:a16="http://schemas.microsoft.com/office/drawing/2014/main" id="{A3E1A9E6-A946-4A86-8432-2A6412AD6D69}"/>
              </a:ext>
            </a:extLst>
          </p:cNvPr>
          <p:cNvSpPr/>
          <p:nvPr/>
        </p:nvSpPr>
        <p:spPr>
          <a:xfrm>
            <a:off x="133006" y="6660501"/>
            <a:ext cx="10071152" cy="376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Cluster </a:t>
            </a:r>
            <a:r>
              <a:rPr lang="de-DE" sz="1846" b="1" dirty="0" err="1">
                <a:solidFill>
                  <a:srgbClr val="445C91"/>
                </a:solidFill>
                <a:latin typeface="Nunito Sans" panose="00000500000000000000" pitchFamily="2" charset="0"/>
              </a:rPr>
              <a:t>colors</a:t>
            </a:r>
            <a:r>
              <a:rPr lang="de-DE" sz="1846" b="1" dirty="0">
                <a:solidFill>
                  <a:srgbClr val="445C91"/>
                </a:solidFill>
                <a:latin typeface="Nunito Sans" panose="00000500000000000000" pitchFamily="2" charset="0"/>
              </a:rPr>
              <a:t>:</a:t>
            </a:r>
            <a:endParaRPr lang="de-DE" sz="1846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5B5A4F7-87AD-475A-B588-34A9949DDAB2}"/>
              </a:ext>
            </a:extLst>
          </p:cNvPr>
          <p:cNvSpPr/>
          <p:nvPr/>
        </p:nvSpPr>
        <p:spPr>
          <a:xfrm>
            <a:off x="133005" y="13484864"/>
            <a:ext cx="100711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4400" b="1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Final </a:t>
            </a:r>
            <a:r>
              <a:rPr lang="de-DE" sz="4400" b="1" dirty="0" err="1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poster</a:t>
            </a:r>
            <a:r>
              <a:rPr lang="de-DE" sz="4400" b="1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 </a:t>
            </a:r>
            <a:r>
              <a:rPr lang="de-DE" sz="4400" b="1" dirty="0" err="1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size</a:t>
            </a:r>
            <a:r>
              <a:rPr lang="de-DE" sz="4400" b="1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: </a:t>
            </a:r>
            <a:br>
              <a:rPr lang="de-DE" sz="4400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</a:br>
            <a:r>
              <a:rPr lang="de-DE" sz="4400" dirty="0" err="1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With</a:t>
            </a:r>
            <a:r>
              <a:rPr lang="de-DE" sz="4400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: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420 x Height 1360 mm.</a:t>
            </a:r>
            <a:endParaRPr lang="de-DE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9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52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614</Words>
  <Application>Microsoft Office PowerPoint</Application>
  <PresentationFormat>Benutzerdefiniert</PresentationFormat>
  <Paragraphs>24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Nunito Sans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Ingo Markert</dc:creator>
  <cp:lastModifiedBy>Ingo Markert</cp:lastModifiedBy>
  <cp:revision>27</cp:revision>
  <dcterms:created xsi:type="dcterms:W3CDTF">2026-04-05T15:04:42Z</dcterms:created>
  <dcterms:modified xsi:type="dcterms:W3CDTF">2026-09-17T18:35:11Z</dcterms:modified>
</cp:coreProperties>
</file>